
<file path=[Content_Types].xml><?xml version="1.0" encoding="utf-8"?>
<Types xmlns="http://schemas.openxmlformats.org/package/2006/content-types"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theme/theme3.xml" ContentType="application/vnd.openxmlformats-officedocument.theme+xml"/>
  <Default Extension="rels" ContentType="application/vnd.openxmlformats-package.relationships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1.xml" ContentType="application/vnd.openxmlformats-officedocument.presentationml.slideLayout+xml"/>
  <Default Extension="png" ContentType="image/png"/>
  <Default Extension="xml" ContentType="application/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3.xml" ContentType="application/vnd.openxmlformats-officedocument.customXmlProperties+xml"/>
  <Default Extension="jpeg" ContentType="image/j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Default Extension="bin" ContentType="application/vnd.openxmlformats-officedocument.presentationml.printerSettings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>
  <p:sldMasterIdLst>
    <p:sldMasterId r:id="rId4"/>
  </p:sldMasterIdLst>
  <p:notesMasterIdLst>
    <p:notesMasterId r:id="rId10"/>
  </p:notesMasterIdLst>
  <p:handoutMasterIdLst>
    <p:handoutMasterId r:id="rId11"/>
  </p:handoutMasterIdLst>
  <p:sldIdLst>
    <p:sldId id="256" r:id="rId5"/>
    <p:sldId id="263" r:id="rId6"/>
    <p:sldId id="264" r:id="rId7"/>
    <p:sldId id="265" r:id="rId8"/>
    <p:sldId id="266" r:id="rId9"/>
  </p:sldIdLst>
  <p:sldSz cx="10693400" cy="6011863"/>
  <p:notesSz cx="6858000" cy="9144000"/>
  <p:defaultTextStyle>
    <a:defPPr>
      <a:defRPr lang="fr-FR"/>
    </a:defPPr>
    <a:lvl1pPr marL="0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3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4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6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7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8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>
        <p14:section name="diapos principales" id="{ACFB67A4-E9E4-5448-A0C0-5196DE8B7856}">
          <p14:sldIdLst>
            <p14:sldId id="256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1" orient="horz" pos="1894">
          <p15:clr>
            <a:srgbClr val="A4A3A4"/>
          </p15:clr>
        </p15:guide>
        <p15:guide id="2" pos="3368">
          <p15:clr>
            <a:srgbClr val="A4A3A4"/>
          </p15:clr>
        </p15:guide>
        <p15:guide id="3" pos="2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>
          <a:srgbClr val="FF0000"/>
        </p14:laserClr>
      </p:ext>
      <p:ext uri="{2FDB2607-1784-4EEB-B798-7EB5836EED8A}">
        <p14:showMediaCtrls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"/>
      </p:ext>
    </p:extLst>
  </p:showPr>
  <p:clrMru>
    <a:srgbClr val="C0012C"/>
    <a:srgbClr val="A91500"/>
    <a:srgbClr val="9A1202"/>
    <a:srgbClr val="CC0000"/>
    <a:srgbClr val="C3032A"/>
    <a:srgbClr val="C2022B"/>
  </p:clrMru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"/>
    </p:ext>
    <p:ext uri="{FD5EFAAD-0ECE-453E-9831-46B23BE46B34}">
      <p15:chartTrackingRefBased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7076" autoAdjust="0"/>
    <p:restoredTop sz="94555" autoAdjust="0"/>
  </p:normalViewPr>
  <p:slideViewPr>
    <p:cSldViewPr>
      <p:cViewPr varScale="1">
        <p:scale>
          <a:sx n="137" d="100"/>
          <a:sy n="137" d="100"/>
        </p:scale>
        <p:origin x="-112" y="-560"/>
      </p:cViewPr>
      <p:guideLst>
        <p:guide orient="horz" pos="1894"/>
        <p:guide pos="3368"/>
        <p:guide pos="2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-2766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handoutMaster" Target="handoutMasters/handout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3DB05-F4C8-4066-BC9D-08FB9023E422}" type="datetime1">
              <a:rPr lang="fr-FR" smtClean="0"/>
              <a:pPr/>
              <a:t>7/09/18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3B9CE-F6B7-4E50-B20B-8AA0F14C1CF6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01121317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740DD-7720-4450-B46E-90686A09FCB7}" type="datetime1">
              <a:rPr lang="fr-FR" smtClean="0"/>
              <a:pPr/>
              <a:t>7/09/18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9C013-C98D-48C8-B308-BDBFDCAAF7A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3768379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3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4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6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7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8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3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50156" y="917699"/>
            <a:ext cx="7776864" cy="1706144"/>
          </a:xfrm>
          <a:prstGeom prst="rect">
            <a:avLst/>
          </a:prstGeom>
        </p:spPr>
        <p:txBody>
          <a:bodyPr/>
          <a:lstStyle>
            <a:lvl1pPr algn="ctr">
              <a:defRPr sz="4400" b="1" i="0">
                <a:solidFill>
                  <a:srgbClr val="C0012C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fr-FR" noProof="0" dirty="0"/>
              <a:t>Titre session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 hasCustomPrompt="1"/>
          </p:nvPr>
        </p:nvSpPr>
        <p:spPr>
          <a:xfrm>
            <a:off x="810196" y="3365971"/>
            <a:ext cx="5472608" cy="1368152"/>
          </a:xfrm>
        </p:spPr>
        <p:txBody>
          <a:bodyPr anchor="t" anchorCtr="0"/>
          <a:lstStyle>
            <a:lvl1pPr algn="ctr">
              <a:defRPr b="0" i="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5pPr marL="2057092" marR="0" indent="-228566" algn="l" defTabSz="9142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lvl5pPr>
          </a:lstStyle>
          <a:p>
            <a:pPr lvl="0"/>
            <a:r>
              <a:rPr lang="fr-FR" dirty="0"/>
              <a:t>Cliquez et insérez Prénom Nom, corps , laboratoire, responsabilités,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793718" y="154982"/>
            <a:ext cx="1715115" cy="54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e 4"/>
          <p:cNvGrpSpPr/>
          <p:nvPr userDrawn="1"/>
        </p:nvGrpSpPr>
        <p:grpSpPr>
          <a:xfrm>
            <a:off x="6066780" y="2614941"/>
            <a:ext cx="4626620" cy="3409025"/>
            <a:chOff x="6066780" y="2614941"/>
            <a:chExt cx="4626620" cy="3409025"/>
          </a:xfrm>
        </p:grpSpPr>
        <p:sp>
          <p:nvSpPr>
            <p:cNvPr id="14" name="Organigramme : Terminateur 13"/>
            <p:cNvSpPr/>
            <p:nvPr/>
          </p:nvSpPr>
          <p:spPr bwMode="auto">
            <a:xfrm>
              <a:off x="7362926" y="3726012"/>
              <a:ext cx="2880319" cy="2297954"/>
            </a:xfrm>
            <a:prstGeom prst="flowChartTerminator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89986" tIns="46793" rIns="89986" bIns="46793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5" name="Émoticône 14"/>
            <p:cNvSpPr/>
            <p:nvPr/>
          </p:nvSpPr>
          <p:spPr bwMode="auto">
            <a:xfrm>
              <a:off x="8213065" y="2614941"/>
              <a:ext cx="1324054" cy="1296144"/>
            </a:xfrm>
            <a:prstGeom prst="smileyFace">
              <a:avLst>
                <a:gd name="adj" fmla="val 4653"/>
              </a:avLst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89986" tIns="46793" rIns="89986" bIns="46793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6066780" y="5670227"/>
              <a:ext cx="4626620" cy="353739"/>
            </a:xfrm>
            <a:prstGeom prst="rect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89986" tIns="46793" rIns="89986" bIns="46793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  <a:ea typeface="ＭＳ Ｐゴシック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2662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preserve="1" userDrawn="1">
  <p:cSld name="Diapositiv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 userDrawn="1"/>
        </p:nvGrpSpPr>
        <p:grpSpPr>
          <a:xfrm>
            <a:off x="394013" y="853715"/>
            <a:ext cx="10387260" cy="5141477"/>
            <a:chOff x="306140" y="882489"/>
            <a:chExt cx="10387260" cy="5141477"/>
          </a:xfrm>
        </p:grpSpPr>
        <p:sp>
          <p:nvSpPr>
            <p:cNvPr id="14" name="Rectangle 13"/>
            <p:cNvSpPr/>
            <p:nvPr userDrawn="1"/>
          </p:nvSpPr>
          <p:spPr bwMode="auto">
            <a:xfrm>
              <a:off x="306140" y="882489"/>
              <a:ext cx="7272808" cy="4499706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" name="Groupe 2"/>
            <p:cNvGrpSpPr/>
            <p:nvPr userDrawn="1"/>
          </p:nvGrpSpPr>
          <p:grpSpPr>
            <a:xfrm>
              <a:off x="6066780" y="2614941"/>
              <a:ext cx="4626620" cy="3409025"/>
              <a:chOff x="6066780" y="2614941"/>
              <a:chExt cx="4626620" cy="3409025"/>
            </a:xfrm>
          </p:grpSpPr>
          <p:sp>
            <p:nvSpPr>
              <p:cNvPr id="15" name="Organigramme : Terminateur 14"/>
              <p:cNvSpPr/>
              <p:nvPr/>
            </p:nvSpPr>
            <p:spPr bwMode="auto">
              <a:xfrm>
                <a:off x="7362926" y="3726012"/>
                <a:ext cx="2880319" cy="2297954"/>
              </a:xfrm>
              <a:prstGeom prst="flowChartTerminator">
                <a:avLst/>
              </a:prstGeom>
              <a:ln/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89986" tIns="46793" rIns="89986" bIns="46793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" name="Émoticône 15"/>
              <p:cNvSpPr/>
              <p:nvPr/>
            </p:nvSpPr>
            <p:spPr bwMode="auto">
              <a:xfrm>
                <a:off x="8213065" y="2614941"/>
                <a:ext cx="1324054" cy="1296144"/>
              </a:xfrm>
              <a:prstGeom prst="smileyFace">
                <a:avLst>
                  <a:gd name="adj" fmla="val 4653"/>
                </a:avLst>
              </a:prstGeom>
              <a:ln/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89986" tIns="46793" rIns="89986" bIns="46793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 bwMode="auto">
              <a:xfrm>
                <a:off x="6066780" y="5670227"/>
                <a:ext cx="4626620" cy="353739"/>
              </a:xfrm>
              <a:prstGeom prst="rect">
                <a:avLst/>
              </a:prstGeom>
              <a:ln/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89986" tIns="46793" rIns="89986" bIns="46793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charset="0"/>
                  <a:ea typeface="ＭＳ Ｐゴシック" charset="0"/>
                  <a:cs typeface="Arial" charset="0"/>
                </a:endParaRPr>
              </a:p>
            </p:txBody>
          </p:sp>
        </p:grpSp>
      </p:grp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03084" y="154982"/>
            <a:ext cx="1705749" cy="543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4728" y="917699"/>
            <a:ext cx="5832647" cy="1368152"/>
          </a:xfrm>
        </p:spPr>
        <p:txBody>
          <a:bodyPr/>
          <a:lstStyle>
            <a:lvl1pPr>
              <a:defRPr sz="24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fr-FR" dirty="0"/>
              <a:t>Insérez votre texte ou cliquez sur un des icônes ici au milieu :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85" y="130010"/>
            <a:ext cx="7560840" cy="673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>
            <a:lvl1pPr>
              <a:defRPr b="1" i="0" cap="small" baseline="0">
                <a:solidFill>
                  <a:srgbClr val="C3032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fr-FR" dirty="0"/>
              <a:t>Cliquez et modifiez le titre</a:t>
            </a:r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" y="5454204"/>
            <a:ext cx="594000" cy="4058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91426" tIns="46800" rIns="91426" bIns="45713" numCol="1" anchor="ctr" anchorCtr="0" compatLnSpc="1">
            <a:prstTxWarp prst="textNoShape">
              <a:avLst/>
            </a:prstTxWarp>
          </a:bodyPr>
          <a:lstStyle>
            <a:lvl1pPr algn="r">
              <a:defRPr sz="1600" b="1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fld id="{C831148A-16F1-4A92-BBA2-AA869B9A6425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3999" y="5454204"/>
            <a:ext cx="10081294" cy="40580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  <a:gs pos="66500">
                <a:schemeClr val="accent1"/>
              </a:gs>
              <a:gs pos="33000">
                <a:schemeClr val="accent1"/>
              </a:gs>
            </a:gsLst>
            <a:lin ang="0" scaled="1"/>
          </a:gradFill>
          <a:ln>
            <a:noFill/>
          </a:ln>
          <a:extLs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53991" tIns="46800" rIns="53991" bIns="45713" numCol="1" anchor="ctr" anchorCtr="0" compatLnSpc="1">
            <a:prstTxWarp prst="textNoShape">
              <a:avLst/>
            </a:prstTxWarp>
          </a:bodyPr>
          <a:lstStyle>
            <a:lvl1pPr algn="ctr">
              <a:defRPr sz="1600" b="1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algn="l"/>
            <a:r>
              <a:rPr lang="fr-FR" dirty="0"/>
              <a:t>Prénom Nom  - Titre séquence ( Pour changer le pied page le faire par le menu insertion&gt; En-tête/pied )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152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preserve="1" userDrawn="1">
  <p:cSld name="1_Diapositiv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03084" y="154982"/>
            <a:ext cx="1705749" cy="543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4728" y="917699"/>
            <a:ext cx="5832647" cy="1368152"/>
          </a:xfrm>
        </p:spPr>
        <p:txBody>
          <a:bodyPr/>
          <a:lstStyle>
            <a:lvl1pPr>
              <a:defRPr sz="24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fr-FR" dirty="0"/>
              <a:t>Insérez votre texte ou cliquez sur un des icônes ici au milieu :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85" y="130010"/>
            <a:ext cx="7560840" cy="673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>
            <a:lvl1pPr>
              <a:defRPr b="1" i="0" cap="small" baseline="0">
                <a:solidFill>
                  <a:srgbClr val="C3032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8974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" y="5454204"/>
            <a:ext cx="594000" cy="4058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xtLs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91426" tIns="46800" rIns="91426" bIns="45713" numCol="1" anchor="ctr" anchorCtr="0" compatLnSpc="1">
            <a:prstTxWarp prst="textNoShape">
              <a:avLst/>
            </a:prstTxWarp>
          </a:bodyPr>
          <a:lstStyle>
            <a:lvl1pPr algn="r">
              <a:defRPr sz="1600" b="1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fld id="{C831148A-16F1-4A92-BBA2-AA869B9A6425}" type="slidenum">
              <a:rPr lang="fr-FR" smtClean="0"/>
              <a:pPr/>
              <a:t>‹#›</a:t>
            </a:fld>
            <a:endParaRPr lang="fr-FR" dirty="0"/>
          </a:p>
        </p:txBody>
      </p:sp>
      <p:grpSp>
        <p:nvGrpSpPr>
          <p:cNvPr id="5" name="Groupe 4"/>
          <p:cNvGrpSpPr/>
          <p:nvPr userDrawn="1"/>
        </p:nvGrpSpPr>
        <p:grpSpPr>
          <a:xfrm>
            <a:off x="446004" y="803054"/>
            <a:ext cx="10301296" cy="5220912"/>
            <a:chOff x="680136" y="803054"/>
            <a:chExt cx="10301296" cy="5220912"/>
          </a:xfrm>
        </p:grpSpPr>
        <p:sp>
          <p:nvSpPr>
            <p:cNvPr id="3" name="Rectangle 2"/>
            <p:cNvSpPr/>
            <p:nvPr userDrawn="1"/>
          </p:nvSpPr>
          <p:spPr bwMode="auto">
            <a:xfrm>
              <a:off x="680136" y="803054"/>
              <a:ext cx="7132943" cy="450713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" name="Groupe 1"/>
            <p:cNvGrpSpPr/>
            <p:nvPr userDrawn="1"/>
          </p:nvGrpSpPr>
          <p:grpSpPr>
            <a:xfrm>
              <a:off x="6354812" y="2614941"/>
              <a:ext cx="4626620" cy="3409025"/>
              <a:chOff x="6354812" y="2614941"/>
              <a:chExt cx="4626620" cy="3409025"/>
            </a:xfrm>
          </p:grpSpPr>
          <p:sp>
            <p:nvSpPr>
              <p:cNvPr id="12" name="Organigramme : Terminateur 11"/>
              <p:cNvSpPr/>
              <p:nvPr/>
            </p:nvSpPr>
            <p:spPr bwMode="auto">
              <a:xfrm>
                <a:off x="7650958" y="3726012"/>
                <a:ext cx="2880319" cy="2297954"/>
              </a:xfrm>
              <a:prstGeom prst="flowChartTerminator">
                <a:avLst/>
              </a:prstGeom>
              <a:ln/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89986" tIns="46793" rIns="89986" bIns="46793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" name="Émoticône 12"/>
              <p:cNvSpPr/>
              <p:nvPr/>
            </p:nvSpPr>
            <p:spPr bwMode="auto">
              <a:xfrm>
                <a:off x="8501097" y="2614941"/>
                <a:ext cx="1324054" cy="1296144"/>
              </a:xfrm>
              <a:prstGeom prst="smileyFace">
                <a:avLst>
                  <a:gd name="adj" fmla="val 4653"/>
                </a:avLst>
              </a:prstGeom>
              <a:ln/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89986" tIns="46793" rIns="89986" bIns="46793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 bwMode="auto">
              <a:xfrm>
                <a:off x="6354812" y="5670227"/>
                <a:ext cx="4626620" cy="353739"/>
              </a:xfrm>
              <a:prstGeom prst="rect">
                <a:avLst/>
              </a:prstGeom>
              <a:ln/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89986" tIns="46793" rIns="89986" bIns="46793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charset="0"/>
                  <a:ea typeface="ＭＳ Ｐゴシック" charset="0"/>
                  <a:cs typeface="Arial" charset="0"/>
                </a:endParaRPr>
              </a:p>
            </p:txBody>
          </p:sp>
        </p:grpSp>
      </p:grp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2165" y="1205731"/>
            <a:ext cx="6696743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4" name="Organigramme : Terminateur 3"/>
          <p:cNvSpPr/>
          <p:nvPr/>
        </p:nvSpPr>
        <p:spPr bwMode="auto">
          <a:xfrm>
            <a:off x="7362925" y="5830544"/>
            <a:ext cx="914400" cy="301752"/>
          </a:xfrm>
          <a:prstGeom prst="flowChartTerminator">
            <a:avLst/>
          </a:prstGeom>
          <a:solidFill>
            <a:schemeClr val="bg1">
              <a:alpha val="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89986" tIns="46793" rIns="89986" bIns="46793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03084" y="154982"/>
            <a:ext cx="1705749" cy="543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/>
          <p:cNvSpPr txBox="1">
            <a:spLocks noChangeArrowheads="1"/>
          </p:cNvSpPr>
          <p:nvPr userDrawn="1"/>
        </p:nvSpPr>
        <p:spPr bwMode="auto">
          <a:xfrm>
            <a:off x="378148" y="125611"/>
            <a:ext cx="7560840" cy="673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C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5pPr>
            <a:lvl6pPr marL="457131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6pPr>
            <a:lvl7pPr marL="914263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7pPr>
            <a:lvl8pPr marL="1371394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8pPr>
            <a:lvl9pPr marL="1828526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BA002A"/>
                </a:solidFill>
                <a:latin typeface="Verdana" charset="0"/>
                <a:ea typeface="ＭＳ Ｐゴシック" charset="0"/>
                <a:cs typeface="Arial" charset="0"/>
              </a:defRPr>
            </a:lvl9pPr>
          </a:lstStyle>
          <a:p>
            <a:pPr defTabSz="914400"/>
            <a:r>
              <a:rPr lang="fr-FR" b="1" i="0" kern="0" cap="small" baseline="0" dirty="0">
                <a:solidFill>
                  <a:srgbClr val="C2022B"/>
                </a:solidFill>
                <a:latin typeface="Calibri Light" charset="0"/>
                <a:ea typeface="Calibri Light" charset="0"/>
                <a:cs typeface="Calibri Light" charset="0"/>
              </a:rPr>
              <a:t>Cliquez</a:t>
            </a:r>
            <a:r>
              <a:rPr lang="fr-FR" b="1" i="0" kern="0" cap="small" baseline="0" dirty="0">
                <a:latin typeface="Calibri Light" charset="0"/>
                <a:ea typeface="Calibri Light" charset="0"/>
                <a:cs typeface="Calibri Light" charset="0"/>
              </a:rPr>
              <a:t> et modifiez le titre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3999" y="5454204"/>
            <a:ext cx="10081294" cy="40580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  <a:gs pos="66500">
                <a:schemeClr val="accent1"/>
              </a:gs>
              <a:gs pos="33000">
                <a:schemeClr val="accent1"/>
              </a:gs>
            </a:gsLst>
            <a:lin ang="0" scaled="1"/>
          </a:gradFill>
          <a:ln>
            <a:noFill/>
          </a:ln>
          <a:extLst>
            <a:ext uri="{FAA26D3D-D897-4be2-8F04-BA451C77F1D7}">
              <ma14:placeholderFlag xmlns:ma14="http://schemas.microsoft.com/office/mac/drawingml/2011/main" xmlns="" xmlns:p="http://schemas.openxmlformats.org/presentationml/2006/main" xmlns:r="http://schemas.openxmlformats.org/officeDocument/2006/relationships" xmlns:a="http://schemas.openxmlformats.org/drawingml/2006/main" val="1"/>
            </a:ext>
          </a:extLst>
        </p:spPr>
        <p:txBody>
          <a:bodyPr vert="horz" wrap="square" lIns="53991" tIns="46800" rIns="53991" bIns="45713" numCol="1" anchor="ctr" anchorCtr="0" compatLnSpc="1">
            <a:prstTxWarp prst="textNoShape">
              <a:avLst/>
            </a:prstTxWarp>
          </a:bodyPr>
          <a:lstStyle>
            <a:lvl1pPr algn="ctr">
              <a:defRPr sz="1600" b="1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algn="l"/>
            <a:r>
              <a:rPr lang="fr-FR"/>
              <a:t>Prénom Nom  - Titre séquence ( Pour changer le pied page le faire par le menu insertion&gt; En-tête/pied 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7129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5pPr>
      <a:lvl6pPr marL="457131"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6pPr>
      <a:lvl7pPr marL="914263"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7pPr>
      <a:lvl8pPr marL="1371394"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8pPr>
      <a:lvl9pPr marL="1828526"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BA002A"/>
          </a:solidFill>
          <a:latin typeface="Verdana" charset="0"/>
          <a:ea typeface="ＭＳ Ｐゴシック" charset="0"/>
          <a:cs typeface="Arial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Clr>
          <a:srgbClr val="BA002A"/>
        </a:buClr>
        <a:buFont typeface="Arial" pitchFamily="34" charset="0"/>
        <a:buNone/>
        <a:defRPr sz="2400" b="0" i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742838" indent="-285707" algn="l" rtl="0" eaLnBrk="1" fontAlgn="base" hangingPunct="1">
        <a:spcBef>
          <a:spcPct val="20000"/>
        </a:spcBef>
        <a:spcAft>
          <a:spcPct val="0"/>
        </a:spcAft>
        <a:buClr>
          <a:srgbClr val="BA002A"/>
        </a:buClr>
        <a:buChar char="•"/>
        <a:defRPr sz="2400" b="0" i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2829" indent="-228566" algn="l" rtl="0" eaLnBrk="1" fontAlgn="base" hangingPunct="1">
        <a:spcBef>
          <a:spcPct val="20000"/>
        </a:spcBef>
        <a:spcAft>
          <a:spcPct val="0"/>
        </a:spcAft>
        <a:buClr>
          <a:srgbClr val="8B8078"/>
        </a:buClr>
        <a:buChar char="•"/>
        <a:defRPr sz="2000" b="0" i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599960" indent="-228566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4pPr>
      <a:lvl5pPr marL="2057092" indent="-228566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Arial" charset="0"/>
          <a:cs typeface="+mn-cs"/>
        </a:defRPr>
      </a:lvl5pPr>
      <a:lvl6pPr marL="2285657" indent="0" algn="l" rtl="0" eaLnBrk="1" fontAlgn="base" hangingPunct="1">
        <a:spcBef>
          <a:spcPct val="20000"/>
        </a:spcBef>
        <a:spcAft>
          <a:spcPct val="0"/>
        </a:spcAft>
        <a:buNone/>
        <a:defRPr sz="2000">
          <a:solidFill>
            <a:schemeClr val="tx1"/>
          </a:solidFill>
          <a:latin typeface="+mn-lt"/>
          <a:ea typeface="Arial" charset="0"/>
          <a:cs typeface="+mn-cs"/>
        </a:defRPr>
      </a:lvl6pPr>
      <a:lvl7pPr marL="2971354" indent="-228566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7pPr>
      <a:lvl8pPr marL="3428485" indent="-228566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8pPr>
      <a:lvl9pPr marL="3885617" indent="-228566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fr-FR"/>
      </a:defPPr>
      <a:lvl1pPr marL="0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1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3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4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26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7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8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20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51" algn="l" defTabSz="4571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7388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31148A-16F1-4A92-BBA2-AA869B9A642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l"/>
            <a:r>
              <a:rPr lang="fr-FR" dirty="0"/>
              <a:t>Prénom Nom  - Titre séquence ( Pour changer le pied page le faire par le menu insertion&gt; En-tête/pied )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8703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CC89E40-5900-4949-82DB-D0453C094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97" y="629667"/>
            <a:ext cx="10003863" cy="4939181"/>
          </a:xfrm>
        </p:spPr>
        <p:txBody>
          <a:bodyPr/>
          <a:lstStyle/>
          <a:p>
            <a:r>
              <a:rPr lang="fr-FR" sz="1700" b="1" dirty="0"/>
              <a:t>Q1 – Posez une question </a:t>
            </a:r>
            <a:r>
              <a:rPr lang="fr-FR" sz="1700" dirty="0"/>
              <a:t> (mettez un « x » dans les parenthèses devant la bonne réponse)</a:t>
            </a:r>
          </a:p>
          <a:p>
            <a:r>
              <a:rPr lang="fr-FR" sz="1700" dirty="0"/>
              <a:t>(x) 1 - réponse option 1</a:t>
            </a:r>
          </a:p>
          <a:p>
            <a:r>
              <a:rPr lang="fr-FR" sz="1700" dirty="0"/>
              <a:t>( ) 2 - réponse option 2</a:t>
            </a:r>
          </a:p>
          <a:p>
            <a:r>
              <a:rPr lang="fr-FR" sz="1700" dirty="0"/>
              <a:t>( ) 3 - réponse option 3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r>
              <a:rPr lang="fr-FR" sz="1700" dirty="0"/>
              <a:t>Réponse : n° de la ou des bonnes réponses</a:t>
            </a:r>
          </a:p>
          <a:p>
            <a:r>
              <a:rPr lang="fr-FR" sz="1700" dirty="0"/>
              <a:t>Ajoutez une explication qui s’affiche après que l’élève ait répondu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endParaRPr lang="fr-FR" sz="1700" b="1" dirty="0"/>
          </a:p>
          <a:p>
            <a:r>
              <a:rPr lang="fr-FR" sz="1700" b="1" dirty="0"/>
              <a:t>Q2 – Posez une question </a:t>
            </a:r>
            <a:r>
              <a:rPr lang="fr-FR" sz="1700" dirty="0"/>
              <a:t> (mettez un « x » dans les parenthèses devant la bonne réponse)</a:t>
            </a:r>
          </a:p>
          <a:p>
            <a:r>
              <a:rPr lang="fr-FR" sz="1700" dirty="0"/>
              <a:t>(x) 1 - réponse option 1</a:t>
            </a:r>
          </a:p>
          <a:p>
            <a:r>
              <a:rPr lang="fr-FR" sz="1700" dirty="0"/>
              <a:t>( ) 2 - réponse option 2</a:t>
            </a:r>
          </a:p>
          <a:p>
            <a:r>
              <a:rPr lang="fr-FR" sz="1700" dirty="0"/>
              <a:t>( ) 3 - réponse option 3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r>
              <a:rPr lang="fr-FR" sz="1700" dirty="0"/>
              <a:t>Réponse : n° de la ou des bonnes réponses </a:t>
            </a:r>
          </a:p>
          <a:p>
            <a:r>
              <a:rPr lang="fr-FR" sz="1700" dirty="0"/>
              <a:t>Ajoutez une explication qui s’affiche après que l’élève ait répondu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endParaRPr lang="fr-FR" sz="1800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75622C5-15DD-E14E-8250-38AD0E5F6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85" y="-18405"/>
            <a:ext cx="7560840" cy="673044"/>
          </a:xfrm>
        </p:spPr>
        <p:txBody>
          <a:bodyPr/>
          <a:lstStyle/>
          <a:p>
            <a:r>
              <a:rPr lang="fr-FR" dirty="0"/>
              <a:t>Avez-vous bien compris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B86EF72-354B-2B4E-BB36-4BCC05C2930A}"/>
              </a:ext>
            </a:extLst>
          </p:cNvPr>
          <p:cNvSpPr txBox="1"/>
          <p:nvPr/>
        </p:nvSpPr>
        <p:spPr>
          <a:xfrm>
            <a:off x="6138788" y="1133723"/>
            <a:ext cx="216024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Ces questions ne seront pas enregistrées sur la vidéo.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4219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694E477-09B2-6641-8375-0FFA945E8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20" y="629667"/>
            <a:ext cx="9912532" cy="5328592"/>
          </a:xfrm>
        </p:spPr>
        <p:txBody>
          <a:bodyPr/>
          <a:lstStyle/>
          <a:p>
            <a:r>
              <a:rPr lang="fr-FR" sz="1700" b="1" dirty="0"/>
              <a:t>Q1 – Posez une question </a:t>
            </a:r>
            <a:r>
              <a:rPr lang="fr-FR" sz="1700" dirty="0"/>
              <a:t> (mettez un « x » dans les parenthèses devant la bonne réponse)</a:t>
            </a:r>
          </a:p>
          <a:p>
            <a:r>
              <a:rPr lang="fr-FR" sz="1700" dirty="0"/>
              <a:t>(x) 1 - réponse option 1</a:t>
            </a:r>
          </a:p>
          <a:p>
            <a:r>
              <a:rPr lang="fr-FR" sz="1700" dirty="0"/>
              <a:t>( ) 2 - réponse option 2</a:t>
            </a:r>
          </a:p>
          <a:p>
            <a:r>
              <a:rPr lang="fr-FR" sz="1700" dirty="0"/>
              <a:t>( ) 3 - réponse option 3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r>
              <a:rPr lang="fr-FR" sz="1700" dirty="0"/>
              <a:t>Réponse : n° de la ou des bonnes réponses</a:t>
            </a:r>
          </a:p>
          <a:p>
            <a:r>
              <a:rPr lang="fr-FR" sz="1700" dirty="0"/>
              <a:t>Ajoutez une explication qui s’affiche après que l’élève ait répondu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endParaRPr lang="fr-FR" sz="1700" b="1" dirty="0"/>
          </a:p>
          <a:p>
            <a:r>
              <a:rPr lang="fr-FR" sz="1700" b="1" dirty="0"/>
              <a:t>Q2 – Posez une question </a:t>
            </a:r>
            <a:r>
              <a:rPr lang="fr-FR" sz="1700" dirty="0"/>
              <a:t> (mettez un « x » dans les parenthèses devant la bonne réponse)</a:t>
            </a:r>
          </a:p>
          <a:p>
            <a:r>
              <a:rPr lang="fr-FR" sz="1700" dirty="0"/>
              <a:t>(x) 1 - réponse option 1</a:t>
            </a:r>
          </a:p>
          <a:p>
            <a:r>
              <a:rPr lang="fr-FR" sz="1700" dirty="0"/>
              <a:t>( ) 2 - réponse option 2</a:t>
            </a:r>
          </a:p>
          <a:p>
            <a:r>
              <a:rPr lang="fr-FR" sz="1700" dirty="0"/>
              <a:t>( ) 3 - réponse option 3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r>
              <a:rPr lang="fr-FR" sz="1700" dirty="0"/>
              <a:t>Réponse : n° de la ou des bonnes réponses </a:t>
            </a:r>
          </a:p>
          <a:p>
            <a:r>
              <a:rPr lang="fr-FR" sz="1700" dirty="0"/>
              <a:t>Ajoutez une explication qui s’affiche après que l’élève ait répondu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endParaRPr lang="fr-FR" sz="1700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74D82CA4-4C8F-2C48-8817-ADD59658A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85" y="-18405"/>
            <a:ext cx="7560840" cy="673044"/>
          </a:xfrm>
        </p:spPr>
        <p:txBody>
          <a:bodyPr/>
          <a:lstStyle/>
          <a:p>
            <a:r>
              <a:rPr lang="fr-FR" dirty="0"/>
              <a:t>Test hebdomadaire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EF6A8D8B-1E19-5442-9F4F-1F915213891A}"/>
              </a:ext>
            </a:extLst>
          </p:cNvPr>
          <p:cNvSpPr txBox="1"/>
          <p:nvPr/>
        </p:nvSpPr>
        <p:spPr>
          <a:xfrm>
            <a:off x="6138788" y="1302711"/>
            <a:ext cx="2160240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Préférez </a:t>
            </a:r>
            <a:r>
              <a:rPr lang="fr-FR" b="1" dirty="0"/>
              <a:t>une seule bonne réponse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131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B59AC6A0-B3C7-CF49-8A94-611EB1BA1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728" y="917699"/>
            <a:ext cx="8688396" cy="3960440"/>
          </a:xfrm>
        </p:spPr>
        <p:txBody>
          <a:bodyPr/>
          <a:lstStyle/>
          <a:p>
            <a:r>
              <a:rPr lang="fr-FR" sz="1700" b="1" dirty="0"/>
              <a:t>Q1 – Posez une question </a:t>
            </a:r>
            <a:r>
              <a:rPr lang="fr-FR" sz="1700" dirty="0"/>
              <a:t> (mettez un « x » dans les parenthèses devant la bonne réponse)</a:t>
            </a:r>
          </a:p>
          <a:p>
            <a:r>
              <a:rPr lang="fr-FR" sz="1700" dirty="0"/>
              <a:t>(x) 1 - réponse option 1</a:t>
            </a:r>
          </a:p>
          <a:p>
            <a:r>
              <a:rPr lang="fr-FR" sz="1700" dirty="0"/>
              <a:t>( ) 2 - réponse option 2</a:t>
            </a:r>
          </a:p>
          <a:p>
            <a:r>
              <a:rPr lang="fr-FR" sz="1700" dirty="0"/>
              <a:t>( ) 3 - réponse option 3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r>
              <a:rPr lang="fr-FR" sz="1700" dirty="0"/>
              <a:t>Réponse : n° de la ou des bonnes réponses</a:t>
            </a:r>
          </a:p>
          <a:p>
            <a:r>
              <a:rPr lang="fr-FR" sz="1700" dirty="0"/>
              <a:t>Ajoutez une explication qui s’affiche après que l’élève ait répondu</a:t>
            </a:r>
          </a:p>
          <a:p>
            <a:r>
              <a:rPr lang="fr-FR" sz="1700" dirty="0"/>
              <a:t>[</a:t>
            </a:r>
            <a:r>
              <a:rPr lang="fr-FR" sz="1700" dirty="0" err="1"/>
              <a:t>explanation</a:t>
            </a:r>
            <a:r>
              <a:rPr lang="fr-FR" sz="1700" dirty="0"/>
              <a:t>]</a:t>
            </a:r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DBBA44A9-3443-3E4E-9DFF-C7FADE42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final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:p="http://schemas.openxmlformats.org/presentationml/2006/main" xmlns:r="http://schemas.openxmlformats.org/officeDocument/2006/relationships" xmlns:a="http://schemas.openxmlformats.org/drawingml/2006/main" xmlns="" id="{36FC3F24-73D7-0449-A445-1229BC574A1F}"/>
              </a:ext>
            </a:extLst>
          </p:cNvPr>
          <p:cNvSpPr txBox="1"/>
          <p:nvPr/>
        </p:nvSpPr>
        <p:spPr>
          <a:xfrm>
            <a:off x="6210796" y="1493763"/>
            <a:ext cx="2160240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Préférez </a:t>
            </a:r>
            <a:r>
              <a:rPr lang="fr-FR" b="1" dirty="0"/>
              <a:t>une seule bonne réponse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57613277"/>
      </p:ext>
    </p:extLst>
  </p:cSld>
  <p:clrMapOvr>
    <a:masterClrMapping/>
  </p:clrMapOvr>
</p:sld>
</file>

<file path=ppt/theme/theme1.xml><?xml version="1.0" encoding="utf-8"?>
<a:theme xmlns:a="http://schemas.openxmlformats.org/drawingml/2006/main" name="Th_MOOC_Rouge_Personage">
  <a:themeElements>
    <a:clrScheme name="Personnalisé mooc-cnam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CC0000"/>
      </a:accent1>
      <a:accent2>
        <a:srgbClr val="FF7F7F"/>
      </a:accent2>
      <a:accent3>
        <a:srgbClr val="FFBFBF"/>
      </a:accent3>
      <a:accent4>
        <a:srgbClr val="B27D00"/>
      </a:accent4>
      <a:accent5>
        <a:srgbClr val="FFB70B"/>
      </a:accent5>
      <a:accent6>
        <a:srgbClr val="FFF6E0"/>
      </a:accent6>
      <a:hlink>
        <a:srgbClr val="7030A0"/>
      </a:hlink>
      <a:folHlink>
        <a:srgbClr val="00B0F0"/>
      </a:folHlink>
    </a:clrScheme>
    <a:fontScheme name="Personnalisé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0"/>
          </a:scheme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xmlns:a="http://schemas.openxmlformats.org/drawingml/2006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:a="http://schemas.openxmlformats.org/drawingml/2006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0"/>
          </a:scheme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xmlns:a="http://schemas.openxmlformats.org/drawingml/2006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:a="http://schemas.openxmlformats.org/drawingml/2006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ppt charte 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charte 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charte 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charte 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charte 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 charte 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charte 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charte 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charte 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charte 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charte 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 charte 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186C5D14A6C540970611E16497503A" ma:contentTypeVersion="2" ma:contentTypeDescription="Crée un document." ma:contentTypeScope="" ma:versionID="f76b15894070c0c3ff933e7fe60f47c3">
  <xsd:schema xmlns:xsd="http://www.w3.org/2001/XMLSchema" xmlns:xs="http://www.w3.org/2001/XMLSchema" xmlns:p="http://schemas.microsoft.com/office/2006/metadata/properties" xmlns:ns2="84788d37-cdb9-4d80-ba45-a76c70ba73ba" targetNamespace="http://schemas.microsoft.com/office/2006/metadata/properties" ma:root="true" ma:fieldsID="65899822cc7b5285cf66725137f03147" ns2:_="">
    <xsd:import namespace="84788d37-cdb9-4d80-ba45-a76c70ba73b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88d37-cdb9-4d80-ba45-a76c70ba73b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20FB8E-2E8B-40DB-B2CB-84998B9C7E85}">
  <ds:schemaRefs>
    <ds:schemaRef ds:uri="http://purl.org/dc/elements/1.1/"/>
    <ds:schemaRef ds:uri="http://purl.org/dc/dcmitype/"/>
    <ds:schemaRef ds:uri="http://schemas.microsoft.com/office/2006/documentManagement/types"/>
    <ds:schemaRef ds:uri="84788d37-cdb9-4d80-ba45-a76c70ba73ba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A86D255-8C3D-4237-9478-F50DD5DCFC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A13CFB-107D-40AA-8F03-81EE3A0C2B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788d37-cdb9-4d80-ba45-a76c70ba73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971</TotalTime>
  <Words>402</Words>
  <Application>Microsoft Macintosh PowerPoint</Application>
  <PresentationFormat>Personnalisé</PresentationFormat>
  <Paragraphs>50</Paragraphs>
  <Slides>5</Slides>
  <Notes>0</Notes>
  <HiddenSlides>0</HiddenSlides>
  <MMClips>0</MMClips>
  <ScaleCrop>false</ScaleCrop>
  <HeadingPairs>
    <vt:vector size="4" baseType="variant"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Th_MOOC_Rouge_Personage</vt:lpstr>
      <vt:lpstr>Diapositive 1</vt:lpstr>
      <vt:lpstr>Diapositive 2</vt:lpstr>
      <vt:lpstr>Avez-vous bien compris ?</vt:lpstr>
      <vt:lpstr>Test hebdomadaire</vt:lpstr>
      <vt:lpstr>Test final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Astrid</dc:creator>
  <cp:lastModifiedBy>philippe</cp:lastModifiedBy>
  <cp:revision>70</cp:revision>
  <dcterms:created xsi:type="dcterms:W3CDTF">2018-09-07T06:36:08Z</dcterms:created>
  <dcterms:modified xsi:type="dcterms:W3CDTF">2018-09-07T06:37:02Z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0x010100CB186C5D14A6C540970611E16497503A</vt:lpwstr>
  </property>
</Properties>
</file>